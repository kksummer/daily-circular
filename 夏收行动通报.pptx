
<file path=[Content_Types].xml><?xml version="1.0" encoding="utf-8"?>
<Types xmlns="http://schemas.openxmlformats.org/package/2006/content-types">
  <Default Extension="vml" ContentType="application/vnd.openxmlformats-officedocument.vmlDrawin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601200" cy="27201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08" userDrawn="1">
          <p15:clr>
            <a:srgbClr val="A4A3A4"/>
          </p15:clr>
        </p15:guide>
        <p15:guide id="2" pos="3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8608"/>
        <p:guide pos="30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44055" y="3627454"/>
            <a:ext cx="7716870" cy="101968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3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44055" y="14124219"/>
            <a:ext cx="7716870" cy="58410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520" spc="20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9115" y="2413544"/>
            <a:ext cx="8638245" cy="27991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79115" y="5912463"/>
            <a:ext cx="8638245" cy="188798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67755" y="15266723"/>
            <a:ext cx="6117930" cy="304191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62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567755" y="18308643"/>
            <a:ext cx="6117930" cy="344179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800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9115" y="2413544"/>
            <a:ext cx="8638245" cy="27991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79115" y="5955308"/>
            <a:ext cx="4076730" cy="1883705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49135" y="5955308"/>
            <a:ext cx="4076730" cy="18837055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9115" y="2413544"/>
            <a:ext cx="8638245" cy="27991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79115" y="5669681"/>
            <a:ext cx="4207140" cy="15138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1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79115" y="7354878"/>
            <a:ext cx="4207140" cy="1743748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910653" y="5640044"/>
            <a:ext cx="4207140" cy="15138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1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910653" y="7354878"/>
            <a:ext cx="4207140" cy="1743748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79115" y="2413544"/>
            <a:ext cx="8638245" cy="27991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79115" y="6169526"/>
            <a:ext cx="4121048" cy="1828008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8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000940" y="6169526"/>
            <a:ext cx="4116420" cy="1828008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8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059905" y="3627454"/>
            <a:ext cx="822150" cy="1995099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94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20090" y="3627454"/>
            <a:ext cx="7220745" cy="19950996"/>
          </a:xfrm>
        </p:spPr>
        <p:txBody>
          <a:bodyPr vert="eaVert" lIns="46800" tIns="46800" rIns="46800" bIns="46800"/>
          <a:lstStyle>
            <a:lvl1pPr marL="240030" indent="-240030">
              <a:spcAft>
                <a:spcPts val="1000"/>
              </a:spcAft>
              <a:defRPr spc="300"/>
            </a:lvl1pPr>
            <a:lvl2pPr marL="720090" indent="-240030">
              <a:defRPr spc="300"/>
            </a:lvl2pPr>
            <a:lvl3pPr marL="1200150" indent="-240030">
              <a:defRPr spc="300"/>
            </a:lvl3pPr>
            <a:lvl4pPr marL="1680210" indent="-240030">
              <a:defRPr spc="300"/>
            </a:lvl4pPr>
            <a:lvl5pPr marL="2160270" indent="-2400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79115" y="3070482"/>
            <a:ext cx="8641080" cy="217504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44055" y="9854107"/>
            <a:ext cx="7716870" cy="404161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3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44055" y="14124219"/>
            <a:ext cx="7716870" cy="187085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52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79115" y="2413544"/>
            <a:ext cx="8638245" cy="27991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79115" y="5912463"/>
            <a:ext cx="8638245" cy="188798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81950" y="25049426"/>
            <a:ext cx="2126250" cy="1256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241350" y="25049426"/>
            <a:ext cx="3118500" cy="1256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991110" y="25049426"/>
            <a:ext cx="2126250" cy="1256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60120" rtl="0" eaLnBrk="1" fontAlgn="auto" latinLnBrk="0" hangingPunct="1">
        <a:lnSpc>
          <a:spcPct val="100000"/>
        </a:lnSpc>
        <a:spcBef>
          <a:spcPct val="0"/>
        </a:spcBef>
        <a:buNone/>
        <a:defRPr sz="378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720090" indent="-240030" algn="l" defTabSz="96012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89735" algn="l"/>
          <a:tab pos="1689735" algn="l"/>
          <a:tab pos="1689735" algn="l"/>
          <a:tab pos="1689735" algn="l"/>
        </a:tabLst>
        <a:defRPr sz="16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200150" indent="-240030" algn="l" defTabSz="96012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80210" indent="-240030" algn="l" defTabSz="96012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160270" indent="-240030" algn="l" defTabSz="96012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emf"/><Relationship Id="rId8" Type="http://schemas.openxmlformats.org/officeDocument/2006/relationships/oleObject" Target="file:///D:\&#24037;&#20316;\&#20998;&#26512;&#27934;&#23519;&#65288;&#26032;&#65289;\&#36890;&#25253;&#30456;&#20851;\&#22799;&#25910;&#34892;&#21160;&#36890;&#25253;&#24213;&#34920;.xlsx!&#20998;&#20844;&#21496;&#23618;&#38754;!R31C2" TargetMode="External"/><Relationship Id="rId7" Type="http://schemas.openxmlformats.org/officeDocument/2006/relationships/image" Target="../media/image4.emf"/><Relationship Id="rId6" Type="http://schemas.openxmlformats.org/officeDocument/2006/relationships/oleObject" Target="file:///D:\&#24037;&#20316;\&#20998;&#26512;&#27934;&#23519;&#65288;&#26032;&#65289;\&#36890;&#25253;&#30456;&#20851;\&#22799;&#25910;&#34892;&#21160;&#36890;&#25253;&#24213;&#34920;.xlsx!&#24403;&#26376;&#37325;&#28857;&#19994;&#21153;&#36890;&#25253;!R2C2:R15C17" TargetMode="External"/><Relationship Id="rId5" Type="http://schemas.openxmlformats.org/officeDocument/2006/relationships/image" Target="../media/image3.emf"/><Relationship Id="rId4" Type="http://schemas.openxmlformats.org/officeDocument/2006/relationships/oleObject" Target="file:///D:\&#24037;&#20316;\&#20998;&#26512;&#27934;&#23519;&#65288;&#26032;&#65289;\&#36890;&#25253;&#30456;&#20851;\&#22799;&#25910;&#34892;&#21160;&#36890;&#25253;&#24213;&#34920;.xlsx!&#20998;&#20844;&#21496;&#23618;&#38754;!R3C2:R28C20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3.xml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64.xml"/><Relationship Id="rId15" Type="http://schemas.openxmlformats.org/officeDocument/2006/relationships/image" Target="../media/image8.emf"/><Relationship Id="rId14" Type="http://schemas.openxmlformats.org/officeDocument/2006/relationships/oleObject" Target="file:///D:\&#24037;&#20316;\&#20998;&#26512;&#27934;&#23519;&#65288;&#26032;&#65289;\&#36890;&#25253;&#30456;&#20851;\&#27599;&#22825;&#36890;&#25253;.xlsx!&#24403;&#26376;&#20928;&#22686;&#31215;&#20998;!R2C1:R23C15" TargetMode="External"/><Relationship Id="rId13" Type="http://schemas.openxmlformats.org/officeDocument/2006/relationships/image" Target="../media/image7.emf"/><Relationship Id="rId12" Type="http://schemas.openxmlformats.org/officeDocument/2006/relationships/oleObject" Target="file:///D:\&#24037;&#20316;\&#20998;&#26512;&#27934;&#23519;&#65288;&#26032;&#65289;\&#36890;&#25253;&#30456;&#20851;\&#27599;&#22825;&#36890;&#25253;.xlsx!&#21608;&#21608;PK!R1C1:R22C9" TargetMode="External"/><Relationship Id="rId11" Type="http://schemas.openxmlformats.org/officeDocument/2006/relationships/image" Target="../media/image6.emf"/><Relationship Id="rId10" Type="http://schemas.openxmlformats.org/officeDocument/2006/relationships/oleObject" Target="file:///D:\&#24037;&#20316;\&#20998;&#26512;&#27934;&#23519;&#65288;&#26032;&#65289;\&#36890;&#25253;&#30456;&#20851;\&#22799;&#25910;&#34892;&#21160;&#36890;&#25253;&#24213;&#34920;.xlsx!&#20998;&#25903;&#23616;&#23618;&#38754;!R3C2:R15C20" TargetMode="Externa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/>
        </p:nvPicPr>
        <p:blipFill>
          <a:blip r:embed="rId1">
            <a:alphaModFix amt="31000"/>
          </a:blip>
          <a:srcRect t="21949" b="16821"/>
          <a:stretch>
            <a:fillRect/>
          </a:stretch>
        </p:blipFill>
        <p:spPr>
          <a:xfrm>
            <a:off x="-635" y="47"/>
            <a:ext cx="9601835" cy="212280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274320" y="2588260"/>
            <a:ext cx="9052560" cy="23678515"/>
          </a:xfrm>
          <a:prstGeom prst="roundRect">
            <a:avLst>
              <a:gd name="adj" fmla="val 3860"/>
            </a:avLst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12" name="图片 11" descr="金榜题名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8625" b="11351"/>
          <a:stretch>
            <a:fillRect/>
          </a:stretch>
        </p:blipFill>
        <p:spPr>
          <a:xfrm>
            <a:off x="2979420" y="298965"/>
            <a:ext cx="3641090" cy="1466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3028950" y="2122758"/>
            <a:ext cx="1644015" cy="384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</a:rPr>
              <a:t>实时数据通报</a:t>
            </a:r>
            <a:endParaRPr lang="zh-CN" altLang="en-US" b="1">
              <a:solidFill>
                <a:schemeClr val="bg1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51815" y="3682880"/>
          <a:ext cx="8483600" cy="42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12192000" imgH="6079490" progId="Excel.Sheet.12">
                  <p:link updateAutomatic="1"/>
                </p:oleObj>
              </mc:Choice>
              <mc:Fallback>
                <p:oleObj name="" r:id="rId4" imgW="12192000" imgH="6079490" progId="Excel.Sheet.12">
                  <p:link updateAutomatic="1"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1815" y="3682880"/>
                        <a:ext cx="8483600" cy="423164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42620" y="23070197"/>
          <a:ext cx="8310880" cy="234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6" imgW="11468100" imgH="3238500" progId="Excel.Sheet.12">
                  <p:link updateAutomatic="1"/>
                </p:oleObj>
              </mc:Choice>
              <mc:Fallback>
                <p:oleObj name="" r:id="rId6" imgW="11468100" imgH="3238500" progId="Excel.Sheet.12">
                  <p:link updateAutomatic="1"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2620" y="23070197"/>
                        <a:ext cx="8310880" cy="234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610100" y="2122817"/>
          <a:ext cx="1697990" cy="364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8" imgW="1697990" imgH="364490" progId="Excel.Sheet.12">
                  <p:link updateAutomatic="1"/>
                </p:oleObj>
              </mc:Choice>
              <mc:Fallback>
                <p:oleObj name="" r:id="rId8" imgW="1697990" imgH="364490" progId="Excel.Sheet.12">
                  <p:link updateAutomatic="1"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10100" y="2122817"/>
                        <a:ext cx="1697990" cy="364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51815" y="8682367"/>
          <a:ext cx="8483600" cy="260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0" imgW="13389610" imgH="4114800" progId="Excel.Sheet.12">
                  <p:link updateAutomatic="1"/>
                </p:oleObj>
              </mc:Choice>
              <mc:Fallback>
                <p:oleObj name="" r:id="rId10" imgW="13389610" imgH="4114800" progId="Excel.Sheet.12">
                  <p:link updateAutomatic="1"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1815" y="8682367"/>
                        <a:ext cx="8483600" cy="2607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51815" y="12057432"/>
          <a:ext cx="8489315" cy="4732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12" imgW="10711815" imgH="5970905" progId="Excel.Sheet.12">
                  <p:link updateAutomatic="1"/>
                </p:oleObj>
              </mc:Choice>
              <mc:Fallback>
                <p:oleObj name="" r:id="rId12" imgW="10711815" imgH="5970905" progId="Excel.Sheet.12">
                  <p:link updateAutomatic="1"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1815" y="12057432"/>
                        <a:ext cx="8489315" cy="4732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51815" y="3253740"/>
            <a:ext cx="2337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夏收行动分公司进度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1815" y="8307705"/>
            <a:ext cx="22637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夏收行动分支局进度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1815" y="11677015"/>
            <a:ext cx="20250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当周增量积分</a:t>
            </a:r>
            <a:r>
              <a:rPr lang="en-US" alt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PK</a:t>
            </a:r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赛</a:t>
            </a:r>
            <a:endParaRPr lang="zh-CN" altLang="en-US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1815" y="17167225"/>
            <a:ext cx="20586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月净增积分通报</a:t>
            </a:r>
            <a:endParaRPr lang="zh-CN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4365" y="22656800"/>
            <a:ext cx="20586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zh-CN" sz="16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月重点业务通报</a:t>
            </a:r>
            <a:endParaRPr lang="zh-CN" sz="16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33730" y="17557750"/>
          <a:ext cx="8319770" cy="462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" r:id="rId14" imgW="13862685" imgH="7696200" progId="Excel.Sheet.12">
                  <p:link updateAutomatic="1"/>
                </p:oleObj>
              </mc:Choice>
              <mc:Fallback>
                <p:oleObj name="" r:id="rId14" imgW="13862685" imgH="7696200" progId="Excel.Sheet.12">
                  <p:link updateAutomatic="1"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3730" y="17557750"/>
                        <a:ext cx="8319770" cy="4620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aiwordart" val="{&quot;id&quot;:&quot;12934973994_1783323452529&quot;,&quot;md5&quot;:&quot;66461329e48042b3c1167f48b7b59f88&quot;}"/>
  <p:tag name="KSO_DOCER_RESOURCE_TRACE_INFO" val="{&quot;id&quot;:&quot;12934973994_1783323452529&quot;,&quot;origin&quot;:0,&quot;type&quot;:&quot;pictures&quot;,&quot;user&quot;:&quot;583154619&quot;}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WPS 演示</Application>
  <PresentationFormat>宽屏</PresentationFormat>
  <Paragraphs>12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Easymoney</cp:lastModifiedBy>
  <cp:revision>209</cp:revision>
  <dcterms:created xsi:type="dcterms:W3CDTF">2019-06-19T02:08:00Z</dcterms:created>
  <dcterms:modified xsi:type="dcterms:W3CDTF">2026-07-15T15:50:45Z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8F9E3AD23EEB4F10AC7431B592B90090_13</vt:lpwstr>
  </property>
</Properties>
</file>